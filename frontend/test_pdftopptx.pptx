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Page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15568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Introduction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This is the first slide content.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With multiple lines of text.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Bullet point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Bullet point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Page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15568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Data Analysis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Key findings: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Q1 Revenue: $450,000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Q2 Revenue: $520,000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Growth: 15.6%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Page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15568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Conclusion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Summary of the presentation.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Next steps and recommendations.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2026-09-30T14:07:50Z</dcterms:created>
  <dcterms:modified xsi:type="dcterms:W3CDTF">2026-09-30T14:07:50Z</dcterms:modified>
</cp:coreProperties>
</file>