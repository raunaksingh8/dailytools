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Annual Report 2024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Revenue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Q1: $450,000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Q2: $520,000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Q3: $580,000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Q4: $640,000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Key Achievements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42% increase in customer base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Launched 3 new product lines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Expanded to 5 new markets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2026-09-30T14:07:50Z</dcterms:created>
  <dcterms:modified xsi:type="dcterms:W3CDTF">2026-09-30T14:07:50Z</dcterms:modified>
</cp:coreProperties>
</file>